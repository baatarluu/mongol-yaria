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2ECE3"/>
                </a:solidFill>
                <a:latin typeface="Calibri"/>
              </a:rPr>
              <a:t>Claude Code</a:t>
            </a:r>
            <a:r>
              <a:rPr sz="5400" b="1">
                <a:solidFill>
                  <a:srgbClr val="D97757"/>
                </a:solidFill>
                <a:latin typeface="Calibri"/>
              </a:rPr>
              <a:t>  —  12 шилдэг боломж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B5AA99"/>
                </a:solidFill>
                <a:latin typeface="Calibri"/>
              </a:rPr>
              <a:t>Тэдгээрийг ашиглах алхамчилсан гарын авлага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12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5AA99"/>
                </a:solidFill>
                <a:latin typeface="Calibri"/>
              </a:rPr>
              <a:t>Эх сурвалж: Nate Herk — “I Tested Every Claude Code Feature, These 12 Are the Best”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8B465"/>
                </a:solidFill>
                <a:latin typeface="Calibri"/>
              </a:rPr>
              <a:t>youtu.be/vfWTyEreOEc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2ECE3"/>
                </a:solidFill>
                <a:latin typeface="Calibri"/>
              </a:rPr>
              <a:t>Агуулга — Tier эрэмбэ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611880" cy="493776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611880" cy="1097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S-Tier · Хамгийн өндөр нөлөөтэй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3154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1. CLAUDE.md — Төслийн санах ой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2. Subagents — Зэрэгцээ дэд агентууд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3. Custom Commands — Тохируулсан ажлын урсгал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25880"/>
            <a:ext cx="3611880" cy="493776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611880" cy="109728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5544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A-Tier · Өдөр тутмын зайлшгүй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514600"/>
            <a:ext cx="3154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4. Plan Mode — Төлөвлөх горим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5. Context Lifecycle — /clear, /compact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6. Rollback Checkpoints — /rewind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7. MCP — Гадаад хэрэгсэл холбох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8. Hooks — Автомат хяналт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325880"/>
            <a:ext cx="3611880" cy="493776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01584" y="1325880"/>
            <a:ext cx="3611880" cy="109728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5544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86C232"/>
                </a:solidFill>
                <a:latin typeface="Calibri"/>
              </a:rPr>
              <a:t>A-Tier · Өргөтгөл ба бүтээмж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2514600"/>
            <a:ext cx="3154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9. Skills — Дахин ашиглах чадвар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10. Web Search &amp; Fetch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11. File / Image Upload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•  12. Task Scheduling &amp; 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D97757"/>
                </a:solidFill>
                <a:latin typeface="Calibri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S-Tier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CLAUDE.md — Төслийн санах 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Claude нэг бүр session-д уншдаг “үндсэн хууль”. Төслийн дүрэм, командуудаа дахин тайлбарлахгүйгээр санадаг.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Терминал дээр `claude` нээгээд `/init` гэж бичнэ → стартер CLAUDE.md үүснэ.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Доторх дүрмийг засна: ашигладаг командууд, код стиль, хориглосон зүйлс.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`/memory` командаар хүссэн үедээ нэмж сайжруулна.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Хувийн (глобал) санах ойг `~/.claude/CLAUDE.md`-д бичнэ.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5. </a:t>
            </a:r>
            <a:r>
              <a:rPr sz="1500" b="0">
                <a:solidFill>
                  <a:srgbClr val="F2ECE3"/>
                </a:solidFill>
                <a:latin typeface="Calibri"/>
              </a:rPr>
              <a:t>Чухал зүйлийг # тэмдгээр сануулбал автоматаар хадгалагдана.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/init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/memory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CLAUDE.md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~/.claude/CLAUDE.md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Богино, тодорхой байлга. 20-40 мөр хангалттай — урт CLAUDE.md context-ийг дэмий иднэ.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D97757"/>
                </a:solidFill>
                <a:latin typeface="Calibri"/>
              </a:rP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S-Tier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Subagents — Зэрэгцээ дэд агентууд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Тусдаа цэвэр контексттэй дэд агент үүсгэж, судалгаа/шалгалтыг даалгаад зөвхөн дүгнэлтийг нь авна.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`/agents` командаар агент менежерийг нээнэ.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Шинэ агент үүсгэж нэр, зорилго, ашиглах хэрэгслийг тодорхойлно.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Эсвэл `.claude/agents/&lt;нэр&gt;.md` файл үүсгэж frontmatter бичнэ.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Том ажлыг хэд хэдэн агентад зэрэг хуваарилбал параллель ажиллана.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5. </a:t>
            </a:r>
            <a:r>
              <a:rPr sz="1500" b="0">
                <a:solidFill>
                  <a:srgbClr val="F2ECE3"/>
                </a:solidFill>
                <a:latin typeface="Calibri"/>
              </a:rPr>
              <a:t>Үндсэн контекст цэвэр хэвээр үлдэж, зөвхөн үр дүн буцна.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/agents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/tasks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.claude/agents/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Судалгаа, код ревью, тест зэрэг “их уншдаг” ажлыг агентад өг — гол контекстоо хэмнэнэ.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D97757"/>
                </a:solidFill>
                <a:latin typeface="Calibri"/>
              </a:rP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S-Tier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Custom Commands — Ажлын урсгал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Байнга давтагддаг promt-уудыг `/команд` болгож хадгална. Багаар нэг стандарт урсгал хуваалцана.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`.claude/commands/` хавтас үүсгэнэ.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Доторх `deploy.md` гэх мэт файл = `/deploy` команд.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Файлд хийх ажлын зааврыг бичнэ ($ARGUMENTS-аар параметр авна).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Төсөлд хадгалбал багийн гишүүд бүгд адил командтай болно.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5. </a:t>
            </a:r>
            <a:r>
              <a:rPr sz="1500" b="0">
                <a:solidFill>
                  <a:srgbClr val="F2ECE3"/>
                </a:solidFill>
                <a:latin typeface="Calibri"/>
              </a:rPr>
              <a:t>Илүү ухаалаг хувилбар нь Skills (9-р боломжийг үз).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.claude/commands/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deploy.md → /deploy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$ARGUMENTS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Repo-д commit хийвэл бүх хүн нэг л `/команд`-аар адилхан үр дүн авна.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E8B465"/>
                </a:solidFill>
                <a:latin typeface="Calibri"/>
              </a:rP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A-Tier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Plan Mode — Төлөвлөх горим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Том өөрчлөлт хийхээс өмнө Claude кодыг засахгүйгээр зөвхөн төлөвлөгөө гаргадаг горим.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Shift+Tab дарж горим солих (эсвэл plan mode-руу шилжих).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Хүсэлтээ бичнэ — Claude кодыг УНШИНА, гэхдээ ЗАСАХГҮЙ.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Гаргасан төлөвлөгөөг уншиж шалгана.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Зөвшөөрвөл горимоос гарч хэрэгжүүлэлт эхэлнэ.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5. </a:t>
            </a:r>
            <a:r>
              <a:rPr sz="1500" b="0">
                <a:solidFill>
                  <a:srgbClr val="F2ECE3"/>
                </a:solidFill>
                <a:latin typeface="Calibri"/>
              </a:rPr>
              <a:t>Эрсдэлтэй/том рефактор бүрт эхлээд Plan Mode ашигла.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Shift + Tab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(plan mode)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“Эхлээд төлөвлө, дараа нь хэрэгжүүл” — алдаатай засваруудаас сэргийлнэ.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E8B465"/>
                </a:solidFill>
                <a:latin typeface="Calibri"/>
              </a:rP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A-Tier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Context Lifecycle — /clear, /compact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Урт session-ы контекстийг цэвэрлэх буюу хураангуйлж, Claude-ыг анхааралтай, хурдан байлгана.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Шинэ ажил эхлэхэд `/clear` — контекстийг бүрэн цэвэрлэнэ.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Урт яриаг үргэлжлүүлэхдээ `/compact` — хураангуйлж шахна.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Контекст дүүрэх үед чанар буурдаг тул тогтмол цэвэрлэ.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Сэдэв солих бүрт `/clear` дарж зуршил болго.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/clear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/compact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Нэг таб дотор олон сэдэв холих нь алдаа дагуулдаг — сэдэв бүрд цэвэр контекст.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E8B465"/>
                </a:solidFill>
                <a:latin typeface="Calibri"/>
              </a:rP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A-Tier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Rollback Checkpoints — /rewind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Claude prompt бүр дээр автомат checkpoint үүсгэдэг тул алдаатай өөрчлөлтийг буцаах боломжтой.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Хүсэлт бүрд checkpoint автоматаар үүснэ.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Буцаахын тулд Esc товчийг хоёр дарна (Esc, Esc).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Эсвэл `/rewind` командаар цэгийг сонгож буцна.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Кодын болон ярианы төлөвийг хоёуланг нь сэргээж болно.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/rewind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Esc Esc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“Болохгүй боллоо” гэхээс бүү ай — /rewind-ээр аюулгүй туршиж үз.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E8B465"/>
                </a:solidFill>
                <a:latin typeface="Calibri"/>
              </a:rPr>
              <a:t>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A-Tier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MCP — Гадаад хэрэгсэл холбох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Model Context Protocol: GitHub, өгөгдлийн сан, браузер, дотоод API зэргийг Claude-д холбоно.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`/mcp` командаар холбогдсон сервэрүүдийг харна.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MCP сервэрийг тохиргоонд нэмнэ (нэр, команд, орчны хувьсагч).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Жишээ: GitHub MCP-ээр PR, issue, CI-г шууд удирдана.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3000+ интеграц байдаг — Sentry, Slack, Postgres г.м.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5. </a:t>
            </a:r>
            <a:r>
              <a:rPr sz="1500" b="0">
                <a:solidFill>
                  <a:srgbClr val="F2ECE3"/>
                </a:solidFill>
                <a:latin typeface="Calibri"/>
              </a:rPr>
              <a:t>Claude сервэрийн өгөгдлийг ашиглан логикийг боддог.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/mcp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.mcp.json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claude mcp add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Эхлээд хэрэгтэй 1-2 сервэрээ л холбо — хэт олон хэрэгсэл контекстийг дүүргэнэ.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E8B465"/>
                </a:solidFill>
                <a:latin typeface="Calibri"/>
              </a:rPr>
              <a:t>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A-Tier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Hooks — Автомат хяналт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Тодорхой үйлдлийн өмнө/дараа автоматаар ажиллах скрипт. Чанар, аюулгүй байдлын “хамгаалалт”.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`.claude/settings.json`-д hooks тохируулна.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PreToolUse — хэрэгсэл ажиллахаас ӨМНӨ (зөвшөөрөл шалгах).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PostToolUse — ДАРАА нь (жишээ: TypeScript шалгах, formatter).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UserPromptSubmit, Stop, Notification гэх мэт олон үйлдэл бий.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5. </a:t>
            </a:r>
            <a:r>
              <a:rPr sz="1500" b="0">
                <a:solidFill>
                  <a:srgbClr val="F2ECE3"/>
                </a:solidFill>
                <a:latin typeface="Calibri"/>
              </a:rPr>
              <a:t>Жишээ: засвар бүрийн дараа `npm run lint` автоматаар ажиллуулах.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PreToolUse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PostToolUse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.claude/settings.json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Hook бол Claude биш, харин harness өөрөө ажиллуулдаг — найдвартай автоматжуулалт.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86C232"/>
                </a:solidFill>
                <a:latin typeface="Calibri"/>
              </a:rPr>
              <a:t>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A-Tier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Skills — Дахин ашиглах чадвар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SKILL.md файл болгон савласан тусгай чадвар. Claude даалгаварт тохирохыг нь автоматаар сонгож ачаална.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`.claude/skills/&lt;нэр&gt;/SKILL.md` үүсгэнэ.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Frontmatter-т name + description заавал бичнэ.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description-д хэзээ ашиглахыг тодорхой бич — Claude үүгээр сонгоно.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Дэлгэрэнгүй заавар, скрипт, файлуудыг хавтаст нэмж болно.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5. </a:t>
            </a:r>
            <a:r>
              <a:rPr sz="1500" b="0">
                <a:solidFill>
                  <a:srgbClr val="F2ECE3"/>
                </a:solidFill>
                <a:latin typeface="Calibri"/>
              </a:rPr>
              <a:t>`/&lt;нэр&gt;` гэж бичээд эсвэл автоматаар дуудагдана.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.claude/skills/&lt;нэр&gt;/SKILL.md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name / 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Progressive disclosure: зөвхөн хэрэгтэй skill л ачаалагдана — контекстод хэмнэлттэй.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86C232"/>
                </a:solidFill>
                <a:latin typeface="Calibri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A-Tier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Web Search &amp; Fetch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Claude интернэтээс шинэ мэдээлэл хайж, тодорхой URL-ийн агуулгыг татаж ажилдаа ашиглана.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Зүгээр л “…-ийг вэбээс хайж үз” гэж асууна.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Сүүлийн үеийн мэдээлэл, баримт бичиг, API өөрчлөлт татна.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Тодорхой холбоосын агуулгыг шууд уншуулж болно.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Хайлтын дараа эх сурвалжаа жагсааж өгдөг.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WebSearch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WebFetch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Сургалтын мэдлэгийн огнооноос хойшхи зүйлийг асуухдаа вэб хайлт ашиглуул.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86C232"/>
                </a:solidFill>
                <a:latin typeface="Calibri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A-Tier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File / Image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Зураг, дизайн, screenshot, лог зэргийг чатад өгч, Claude-аар шинжлүүлж, кодлуулна.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Файл/зургийг чат руу чирж оруулна (drag &amp; drop).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Screenshot өгч UI-г кодлуулах (“энэ дизайныг хий”).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Алдааны лог, error screenshot өгч дебаг хийлгэх.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PDF, баримт уншуулж агуулгыг боловсруулах.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Drag &amp; drop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Paste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Урт алдааны мессеж бичихээс илүү screenshot өгөх нь хурдан бөгөөд тодорхой.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86C232"/>
                </a:solidFill>
                <a:latin typeface="Calibri"/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502920"/>
            <a:ext cx="868680" cy="384048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1A1612"/>
                </a:solidFill>
              </a:rPr>
              <a:t>A-Tier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Task Scheduling &amp; 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вэ?  </a:t>
            </a:r>
            <a:r>
              <a:rPr sz="1600" b="0">
                <a:solidFill>
                  <a:srgbClr val="B5AA99"/>
                </a:solidFill>
                <a:latin typeface="Calibri"/>
              </a:rPr>
              <a:t>Удаан ажлыг background-д төлөвлөж ажиллуулах, мөн VS Code / JetBrains дотроос шууд ашиглах.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675120" cy="41148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Алхамчилсан хэрэглээ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1. </a:t>
            </a:r>
            <a:r>
              <a:rPr sz="1500" b="0">
                <a:solidFill>
                  <a:srgbClr val="F2ECE3"/>
                </a:solidFill>
                <a:latin typeface="Calibri"/>
              </a:rPr>
              <a:t>Background task-аар урт ажлыг зэрэг ажиллуулна.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2. </a:t>
            </a:r>
            <a:r>
              <a:rPr sz="1500" b="0">
                <a:solidFill>
                  <a:srgbClr val="F2ECE3"/>
                </a:solidFill>
                <a:latin typeface="Calibri"/>
              </a:rPr>
              <a:t>`/tasks`-аар ажиллаж буй ажлуудыг харна.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3. </a:t>
            </a:r>
            <a:r>
              <a:rPr sz="1500" b="0">
                <a:solidFill>
                  <a:srgbClr val="F2ECE3"/>
                </a:solidFill>
                <a:latin typeface="Calibri"/>
              </a:rPr>
              <a:t>VS Code / JetBrains extension суулгаж IDE дотроо ашиглана.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4. </a:t>
            </a:r>
            <a:r>
              <a:rPr sz="1500" b="0">
                <a:solidFill>
                  <a:srgbClr val="F2ECE3"/>
                </a:solidFill>
                <a:latin typeface="Calibri"/>
              </a:rPr>
              <a:t>Cloud / web (claude.ai/code), утсан дээрх app-аар үргэлжлүүлнэ.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023360" cy="237744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B465"/>
                </a:solidFill>
                <a:latin typeface="Calibri"/>
              </a:rPr>
              <a:t>⌨  Команд / Байршил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/tasks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VS Code / JetBrains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claude.ai/code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800600"/>
            <a:ext cx="4023360" cy="16002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56048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💡 Зөвлөмж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A99"/>
                </a:solidFill>
                <a:latin typeface="Calibri"/>
              </a:rPr>
              <a:t>Хүнд build/тестийг background-д тавиад, гол ажлаа үргэлжлүүл.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Энэ repo-д бэлэн суулгасан Skill-ууд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B5AA99"/>
                </a:solidFill>
                <a:latin typeface="Calibri"/>
              </a:rPr>
              <a:t>`.claude/skills/` дотор — шууд `/нэр` гэж дуудаж ашиглана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881360" cy="96012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91440" cy="96012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84247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B465"/>
                </a:solidFill>
                <a:latin typeface="Calibri"/>
              </a:rPr>
              <a:t>/claude-code-tour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984247"/>
            <a:ext cx="7315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2ECE3"/>
                </a:solidFill>
                <a:latin typeface="Calibri"/>
              </a:rPr>
              <a:t>Энэ 12 боломжийг монголоор зааварлах, дасгал хийлгэх интерактив гарын авлага.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799"/>
            <a:ext cx="10881360" cy="96012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971799"/>
            <a:ext cx="91440" cy="96012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81527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B465"/>
                </a:solidFill>
                <a:latin typeface="Calibri"/>
              </a:rPr>
              <a:t>/deploy-helper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81527"/>
            <a:ext cx="7315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2ECE3"/>
                </a:solidFill>
                <a:latin typeface="Calibri"/>
              </a:rPr>
              <a:t>mongol-yaria-г Netlify эсвэл Vercel дээр GEMINI_API_KEY-тэй нь алхам алхмаар deploy хийнэ.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79"/>
            <a:ext cx="10881360" cy="96012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069079"/>
            <a:ext cx="91440" cy="96012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78807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B465"/>
                </a:solidFill>
                <a:latin typeface="Calibri"/>
              </a:rPr>
              <a:t>/pwa-check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178807"/>
            <a:ext cx="7315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2ECE3"/>
                </a:solidFill>
                <a:latin typeface="Calibri"/>
              </a:rPr>
              <a:t>manifest, service worker, icon-уудыг шалгаж PWA суулгах боломжтой эсэхийг баталгаажуулна.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66359"/>
            <a:ext cx="10881360" cy="96012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5166359"/>
            <a:ext cx="91440" cy="96012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76087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B465"/>
                </a:solidFill>
                <a:latin typeface="Calibri"/>
              </a:rPr>
              <a:t>/release-notes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276087"/>
            <a:ext cx="7315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2ECE3"/>
                </a:solidFill>
                <a:latin typeface="Calibri"/>
              </a:rPr>
              <a:t>git log-оос монгол хэлээр товч, ойлгомжтой release notes автоматаар үүсгэнэ.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CE3"/>
                </a:solidFill>
                <a:latin typeface="Calibri"/>
              </a:rPr>
              <a:t>Дүгнэлт — Бүгдийг нэгтгэсэн ажлын урсгал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713232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91440" cy="71323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2763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97757"/>
                </a:solidFill>
                <a:latin typeface="Calibri"/>
              </a:rPr>
              <a:t>1 · Тохируулга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27632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/init → CLAUDE.md, /mcp, /agents, hooks тохируул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10515600" cy="713232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91440" cy="713232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8B465"/>
                </a:solidFill>
                <a:latin typeface="Calibri"/>
              </a:rPr>
              <a:t>2 · Төлөвлө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50592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Plan Mode (Shift+Tab) — эхлээд төлөвлөгөө гарга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00400"/>
            <a:ext cx="10515600" cy="713232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200400"/>
            <a:ext cx="91440" cy="713232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7355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86C232"/>
                </a:solidFill>
                <a:latin typeface="Calibri"/>
              </a:rPr>
              <a:t>3 · Судал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73552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Subagents-аар судалгаа/ревью хийлгэ, контекст цэвэр байлга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515600" cy="713232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023360"/>
            <a:ext cx="91440" cy="71323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9651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97757"/>
                </a:solidFill>
                <a:latin typeface="Calibri"/>
              </a:rPr>
              <a:t>4 · Хэрэгжүүл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096512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Skills + Custom commands-аар стандарт урсгалаар ажилла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46320"/>
            <a:ext cx="10515600" cy="713232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91440" cy="713232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1947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8B465"/>
                </a:solidFill>
                <a:latin typeface="Calibri"/>
              </a:rPr>
              <a:t>5 · Хамгаал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919472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Hooks-оор lint/test, /rewind-ээр алдаа буцаа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669280"/>
            <a:ext cx="10515600" cy="713232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5669280"/>
            <a:ext cx="91440" cy="713232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74243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86C232"/>
                </a:solidFill>
                <a:latin typeface="Calibri"/>
              </a:rPr>
              <a:t>6 · Цэвэрлэ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742432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/clear, /compact — дараагийн ажилд бэлд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46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5AA99"/>
                </a:solidFill>
                <a:latin typeface="Calibri"/>
              </a:rPr>
              <a:t>Эх сурвалж: youtu.be/vfWTyEreOEc · Баримтжуулалт: code.claude.com/docs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