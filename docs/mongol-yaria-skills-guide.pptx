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2ECE3"/>
                </a:solidFill>
                <a:latin typeface="Calibri"/>
              </a:rPr>
              <a:t>mongol-yaria · Claude Code Skill-үүд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260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D97757"/>
                </a:solidFill>
                <a:latin typeface="Calibri"/>
              </a:rPr>
              <a:t>Алхамчилсан ашиглах заавар — жишээтэй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949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B5AA99"/>
                </a:solidFill>
                <a:latin typeface="Calibri"/>
              </a:rPr>
              <a:t>4 skill: /claude-code-tour · /deploy-helper · /pwa-check · /release-notes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5AA99"/>
                </a:solidFill>
                <a:latin typeface="Calibri"/>
              </a:rPr>
              <a:t>Байршил: .claude/skills/  ·  Эх сурвалж: youtu.be/vfWTyEreOEc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2ECE3"/>
                </a:solidFill>
                <a:latin typeface="Calibri"/>
              </a:rPr>
              <a:t>Юу үүсгэсэн бэ?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B5AA99"/>
                </a:solidFill>
                <a:latin typeface="Calibri"/>
              </a:rPr>
              <a:t>4 ширхэг бэлэн skill — Claude Code дотроос шууд дуудаж ашиглана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440680" cy="20574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440680" cy="109728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86C232"/>
                </a:solidFill>
                <a:latin typeface="Calibri"/>
              </a:rPr>
              <a:t>/claude-code-tour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Claude Code-ийн 12 боломжийг монголоор зааварлах, дасгал хийлгэх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440680" cy="20574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440680" cy="1097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D97757"/>
                </a:solidFill>
                <a:latin typeface="Calibri"/>
              </a:rPr>
              <a:t>/deploy-helper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17520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Netlify / Vercel дээр GEMINI_API_KEY-тэй нь deploy хийх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60520"/>
            <a:ext cx="5440680" cy="20574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5440680" cy="109728"/>
          </a:xfrm>
          <a:prstGeom prst="roundRect">
            <a:avLst/>
          </a:prstGeom>
          <a:solidFill>
            <a:srgbClr val="6AB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6AB0D9"/>
                </a:solidFill>
                <a:latin typeface="Calibri"/>
              </a:rPr>
              <a:t>/pwa-check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manifest / service worker / icon шалгаж PWA суулгах боломжийг батлах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160520"/>
            <a:ext cx="5440680" cy="205740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160520"/>
            <a:ext cx="5440680" cy="109728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E8B465"/>
                </a:solidFill>
                <a:latin typeface="Calibri"/>
              </a:rPr>
              <a:t>/release-notes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57800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git log-оос монголоор changelog / release notes үүсгэх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2ECE3"/>
                </a:solidFill>
                <a:latin typeface="Calibri"/>
              </a:rPr>
              <a:t>Skill-ийг яаж ажиллуулах вэ?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881360" cy="141732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91440" cy="14173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D97757"/>
                </a:solidFill>
                <a:latin typeface="Calibri"/>
              </a:rPr>
              <a:t>1 · Шууд дуудах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3055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Claude Code-д `/нэр` гэж бичнэ. Жишээ: `/deploy-helper`. Зарим нь нэмэлт текст авна: `/release-notes сүүлийн tag-аас хойш`.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44952"/>
            <a:ext cx="10881360" cy="141732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044952"/>
            <a:ext cx="91440" cy="1417320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2783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86C232"/>
                </a:solidFill>
                <a:latin typeface="Calibri"/>
              </a:rPr>
              <a:t>2 · Автоматаар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5818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Зүгээр л монголоор асуувал тохирох skill өөрөө идэвхжинэ. Ж: “Энэ аппыг Netlify дээр тавья” → /deploy-helper автоматаар ачаална.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72584"/>
            <a:ext cx="10881360" cy="141732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672584"/>
            <a:ext cx="91440" cy="1417320"/>
          </a:xfrm>
          <a:prstGeom prst="roundRect">
            <a:avLst/>
          </a:prstGeom>
          <a:solidFill>
            <a:srgbClr val="6AB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5546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6AB0D9"/>
                </a:solidFill>
                <a:latin typeface="Calibri"/>
              </a:rPr>
              <a:t>3 · Хаана байгаа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38581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.claude/skills/&lt;нэр&gt;/SKILL.md дотор. Frontmatter-ийн `description` нь “хэзээ ажиллахыг” тодорхойлдог тул Claude тохирох үед нь сонгоно.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5AA99"/>
                </a:solidFill>
                <a:latin typeface="Calibri"/>
              </a:rPr>
              <a:t>💡 Бүх skill-ийг харах: Claude Code дотор / товчоор жагсаалт гарна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86C232"/>
                </a:solidFill>
                <a:latin typeface="Calibri"/>
              </a:rPr>
              <a:t>/claude-code-tour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530352"/>
            <a:ext cx="2377440" cy="384048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250" b="1">
                <a:solidFill>
                  <a:srgbClr val="1A1612"/>
                </a:solidFill>
              </a:rPr>
              <a:t>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хийдэг:  </a:t>
            </a:r>
            <a:r>
              <a:rPr sz="1600" b="0">
                <a:solidFill>
                  <a:srgbClr val="B5AA99"/>
                </a:solidFill>
                <a:latin typeface="Calibri"/>
              </a:rPr>
              <a:t>Claude Code-ийн 12 боломжийг монголоор тайлбарлаж, энэ repo дээр дасгал хийлгэнэ.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989320" cy="429768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86C232"/>
                </a:solidFill>
                <a:latin typeface="Calibri"/>
              </a:rPr>
              <a:t>📋 Алхамчилсан заавар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5486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1. </a:t>
            </a:r>
            <a:r>
              <a:rPr sz="1450" b="0">
                <a:solidFill>
                  <a:srgbClr val="F2ECE3"/>
                </a:solidFill>
                <a:latin typeface="Calibri"/>
              </a:rPr>
              <a:t>Claude Code дотор `/claude-code-tour` гэж бич.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2. </a:t>
            </a:r>
            <a:r>
              <a:rPr sz="1450" b="0">
                <a:solidFill>
                  <a:srgbClr val="F2ECE3"/>
                </a:solidFill>
                <a:latin typeface="Calibri"/>
              </a:rPr>
              <a:t>Түвшингээ сонго: шинэхэн / дунд / ахисан.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3. </a:t>
            </a:r>
            <a:r>
              <a:rPr sz="1450" b="0">
                <a:solidFill>
                  <a:srgbClr val="F2ECE3"/>
                </a:solidFill>
                <a:latin typeface="Calibri"/>
              </a:rPr>
              <a:t>Бүх 12 боломжийг дараалан, эсвэл сонгосон 1-2-ыг асуу.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4. </a:t>
            </a:r>
            <a:r>
              <a:rPr sz="1450" b="0">
                <a:solidFill>
                  <a:srgbClr val="F2ECE3"/>
                </a:solidFill>
                <a:latin typeface="Calibri"/>
              </a:rPr>
              <a:t>Боломж бүрд: тайлбар + команд + энэ repo дээрх жишээ гарна.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5. </a:t>
            </a:r>
            <a:r>
              <a:rPr sz="1450" b="0">
                <a:solidFill>
                  <a:srgbClr val="F2ECE3"/>
                </a:solidFill>
                <a:latin typeface="Calibri"/>
              </a:rPr>
              <a:t>Санал болгосон дасгалыг хийж бататга.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148840"/>
            <a:ext cx="4892040" cy="429768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33172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86C232"/>
                </a:solidFill>
                <a:latin typeface="Calibri"/>
              </a:rPr>
              <a:t>💬 Жишээ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880360"/>
            <a:ext cx="44805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6AB0D9"/>
                </a:solidFill>
                <a:latin typeface="Calibri"/>
              </a:rPr>
              <a:t>🗣 </a:t>
            </a:r>
            <a:r>
              <a:rPr sz="1400" b="1">
                <a:solidFill>
                  <a:srgbClr val="F2ECE3"/>
                </a:solidFill>
                <a:latin typeface="Calibri"/>
              </a:rPr>
              <a:t>/claude-code-tour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🤖 </a:t>
            </a:r>
            <a:r>
              <a:rPr sz="1350" b="0">
                <a:solidFill>
                  <a:srgbClr val="B5AA99"/>
                </a:solidFill>
                <a:latin typeface="Calibri"/>
              </a:rPr>
              <a:t>Түвшингээ сонгоно уу: шинэхэн / дунд / ахисан?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6AB0D9"/>
                </a:solidFill>
                <a:latin typeface="Calibri"/>
              </a:rPr>
              <a:t>🗣 </a:t>
            </a:r>
            <a:r>
              <a:rPr sz="1400" b="1">
                <a:solidFill>
                  <a:srgbClr val="F2ECE3"/>
                </a:solidFill>
                <a:latin typeface="Calibri"/>
              </a:rPr>
              <a:t>Шинэхэн. Subagents-ийг заа.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🤖 </a:t>
            </a:r>
            <a:r>
              <a:rPr sz="1350" b="0">
                <a:solidFill>
                  <a:srgbClr val="B5AA99"/>
                </a:solidFill>
                <a:latin typeface="Calibri"/>
              </a:rPr>
              <a:t>Subagents = тусдаа цэвэр контексттэй туслах. `/agents`-ээр нээнэ…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86C232"/>
                </a:solidFill>
                <a:latin typeface="Calibri"/>
              </a:rPr>
              <a:t>Дасгал: app.js-ийг судлах агент үүсгэ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8B465"/>
                </a:solidFill>
                <a:latin typeface="Calibri"/>
              </a:rPr>
              <a:t>🔑 Дуудах түлхүүр үгс:  </a:t>
            </a:r>
            <a:r>
              <a:rPr sz="1250" b="0">
                <a:solidFill>
                  <a:srgbClr val="B5AA99"/>
                </a:solidFill>
                <a:latin typeface="Calibri"/>
              </a:rPr>
              <a:t>“claude code боломжууд”, “12 features”, “сургалт”, “tour”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D97757"/>
                </a:solidFill>
                <a:latin typeface="Calibri"/>
              </a:rPr>
              <a:t>/deploy-helper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530352"/>
            <a:ext cx="2377440" cy="38404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250" b="1">
                <a:solidFill>
                  <a:srgbClr val="1A1612"/>
                </a:solidFill>
              </a:rPr>
              <a:t>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хийдэг:  </a:t>
            </a:r>
            <a:r>
              <a:rPr sz="1600" b="0">
                <a:solidFill>
                  <a:srgbClr val="B5AA99"/>
                </a:solidFill>
                <a:latin typeface="Calibri"/>
              </a:rPr>
              <a:t>Аппыг Netlify / Vercel дээр HTTPS-ээр байршуулж, AI-г GEMINI_API_KEY-ээр идэвхжүүлнэ.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989320" cy="429768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Calibri"/>
              </a:rPr>
              <a:t>📋 Алхамчилсан заавар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5486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1. </a:t>
            </a:r>
            <a:r>
              <a:rPr sz="1450" b="0">
                <a:solidFill>
                  <a:srgbClr val="F2ECE3"/>
                </a:solidFill>
                <a:latin typeface="Calibri"/>
              </a:rPr>
              <a:t>`/deploy-helper` гэж бичих эсвэл “deploy хийе” гэж асуу.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2. </a:t>
            </a:r>
            <a:r>
              <a:rPr sz="1450" b="0">
                <a:solidFill>
                  <a:srgbClr val="F2ECE3"/>
                </a:solidFill>
                <a:latin typeface="Calibri"/>
              </a:rPr>
              <a:t>Платформоо сонго: Netlify эсвэл Vercel.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3. </a:t>
            </a:r>
            <a:r>
              <a:rPr sz="1450" b="0">
                <a:solidFill>
                  <a:srgbClr val="F2ECE3"/>
                </a:solidFill>
                <a:latin typeface="Calibri"/>
              </a:rPr>
              <a:t>GitHub-аар нэвтэрч repo-г Import → Deploy хий.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4. </a:t>
            </a:r>
            <a:r>
              <a:rPr sz="1450" b="0">
                <a:solidFill>
                  <a:srgbClr val="F2ECE3"/>
                </a:solidFill>
                <a:latin typeface="Calibri"/>
              </a:rPr>
              <a:t>aistudio.google.com/apikey-аас үнэгүй key ав.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5. </a:t>
            </a:r>
            <a:r>
              <a:rPr sz="1450" b="0">
                <a:solidFill>
                  <a:srgbClr val="F2ECE3"/>
                </a:solidFill>
                <a:latin typeface="Calibri"/>
              </a:rPr>
              <a:t>Env-д GEMINI_API_KEY нэмж ДАХИН deploy хий.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6. </a:t>
            </a:r>
            <a:r>
              <a:rPr sz="1450" b="0">
                <a:solidFill>
                  <a:srgbClr val="F2ECE3"/>
                </a:solidFill>
                <a:latin typeface="Calibri"/>
              </a:rPr>
              <a:t>HTTPS холбоосыг нээж микрофон + AI-г шалга.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148840"/>
            <a:ext cx="4892040" cy="429768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33172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86C232"/>
                </a:solidFill>
                <a:latin typeface="Calibri"/>
              </a:rPr>
              <a:t>💬 Жишээ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880360"/>
            <a:ext cx="44805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6AB0D9"/>
                </a:solidFill>
                <a:latin typeface="Calibri"/>
              </a:rPr>
              <a:t>🗣 </a:t>
            </a:r>
            <a:r>
              <a:rPr sz="1400" b="1">
                <a:solidFill>
                  <a:srgbClr val="F2ECE3"/>
                </a:solidFill>
                <a:latin typeface="Calibri"/>
              </a:rPr>
              <a:t>Netlify дээр тавиад AI-г асаая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🤖 </a:t>
            </a:r>
            <a:r>
              <a:rPr sz="1350" b="0">
                <a:solidFill>
                  <a:srgbClr val="B5AA99"/>
                </a:solidFill>
                <a:latin typeface="Calibri"/>
              </a:rPr>
              <a:t>1) netlify.com→GitHub 2) Import repo 3) Deploy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🤖 </a:t>
            </a:r>
            <a:r>
              <a:rPr sz="1350" b="0">
                <a:solidFill>
                  <a:srgbClr val="B5AA99"/>
                </a:solidFill>
                <a:latin typeface="Calibri"/>
              </a:rPr>
              <a:t>Дараа нь Site settings→Environment variables→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86C232"/>
                </a:solidFill>
                <a:latin typeface="Calibri"/>
              </a:rPr>
              <a:t>GEMINI_API_KEY = &lt;таны key&gt;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🤖 </a:t>
            </a:r>
            <a:r>
              <a:rPr sz="1350" b="0">
                <a:solidFill>
                  <a:srgbClr val="B5AA99"/>
                </a:solidFill>
                <a:latin typeface="Calibri"/>
              </a:rPr>
              <a:t>…нэмээд дахин deploy. AI товч идэвхжинэ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8B465"/>
                </a:solidFill>
                <a:latin typeface="Calibri"/>
              </a:rPr>
              <a:t>🔑 Дуудах түлхүүр үгс:  </a:t>
            </a:r>
            <a:r>
              <a:rPr sz="1250" b="0">
                <a:solidFill>
                  <a:srgbClr val="B5AA99"/>
                </a:solidFill>
                <a:latin typeface="Calibri"/>
              </a:rPr>
              <a:t>“deploy”, “байршуулах”, “Netlify”, “Vercel”, “AI ажиллахгүй байна”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6AB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6AB0D9"/>
                </a:solidFill>
                <a:latin typeface="Calibri"/>
              </a:rPr>
              <a:t>/pwa-check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530352"/>
            <a:ext cx="2377440" cy="384048"/>
          </a:xfrm>
          <a:prstGeom prst="roundRect">
            <a:avLst/>
          </a:prstGeom>
          <a:solidFill>
            <a:srgbClr val="6AB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250" b="1">
                <a:solidFill>
                  <a:srgbClr val="1A1612"/>
                </a:solidFill>
              </a:rPr>
              <a:t>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хийдэг:  </a:t>
            </a:r>
            <a:r>
              <a:rPr sz="1600" b="0">
                <a:solidFill>
                  <a:srgbClr val="B5AA99"/>
                </a:solidFill>
                <a:latin typeface="Calibri"/>
              </a:rPr>
              <a:t>manifest, service worker, icon, HTTPS-г шалгаж “апп болгож суулгах” боломжийг батална.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989320" cy="429768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6AB0D9"/>
                </a:solidFill>
                <a:latin typeface="Calibri"/>
              </a:rPr>
              <a:t>📋 Алхамчилсан заавар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5486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1. </a:t>
            </a:r>
            <a:r>
              <a:rPr sz="1450" b="0">
                <a:solidFill>
                  <a:srgbClr val="F2ECE3"/>
                </a:solidFill>
                <a:latin typeface="Calibri"/>
              </a:rPr>
              <a:t>`/pwa-check` гэж бич эсвэл “суулгах боломжгүй байна” гэж асуу.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2. </a:t>
            </a:r>
            <a:r>
              <a:rPr sz="1450" b="0">
                <a:solidFill>
                  <a:srgbClr val="F2ECE3"/>
                </a:solidFill>
                <a:latin typeface="Calibri"/>
              </a:rPr>
              <a:t>manifest-ийн талбар, icon (192/512 + maskable)-г шалгана.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3. </a:t>
            </a:r>
            <a:r>
              <a:rPr sz="1450" b="0">
                <a:solidFill>
                  <a:srgbClr val="F2ECE3"/>
                </a:solidFill>
                <a:latin typeface="Calibri"/>
              </a:rPr>
              <a:t>sw.js бүртгэгдсэн ба APP_SHELL бүрэн эсэхийг хардаг.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4. </a:t>
            </a:r>
            <a:r>
              <a:rPr sz="1450" b="0">
                <a:solidFill>
                  <a:srgbClr val="F2ECE3"/>
                </a:solidFill>
                <a:latin typeface="Calibri"/>
              </a:rPr>
              <a:t>HTTPS / DevTools→Application дээрх алдааг илрүүлнэ.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5. </a:t>
            </a:r>
            <a:r>
              <a:rPr sz="1450" b="0">
                <a:solidFill>
                  <a:srgbClr val="F2ECE3"/>
                </a:solidFill>
                <a:latin typeface="Calibri"/>
              </a:rPr>
              <a:t>Олдсон асуудал бүрд тодорхой засвар санал болгоно.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148840"/>
            <a:ext cx="4892040" cy="429768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33172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86C232"/>
                </a:solidFill>
                <a:latin typeface="Calibri"/>
              </a:rPr>
              <a:t>💬 Жишээ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880360"/>
            <a:ext cx="44805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6AB0D9"/>
                </a:solidFill>
                <a:latin typeface="Calibri"/>
              </a:rPr>
              <a:t>🗣 </a:t>
            </a:r>
            <a:r>
              <a:rPr sz="1400" b="1">
                <a:solidFill>
                  <a:srgbClr val="F2ECE3"/>
                </a:solidFill>
                <a:latin typeface="Calibri"/>
              </a:rPr>
              <a:t>/pwa-check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🤖 </a:t>
            </a:r>
            <a:r>
              <a:rPr sz="1350" b="0">
                <a:solidFill>
                  <a:srgbClr val="B5AA99"/>
                </a:solidFill>
                <a:latin typeface="Calibri"/>
              </a:rPr>
              <a:t>manifest ✅  icon-192/512 ✅  maskable 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🤖 </a:t>
            </a:r>
            <a:r>
              <a:rPr sz="1350" b="0">
                <a:solidFill>
                  <a:srgbClr val="B5AA99"/>
                </a:solidFill>
                <a:latin typeface="Calibri"/>
              </a:rPr>
              <a:t>sw.js бүртгэгдсэн ✅  APP_SHELL бүрэн 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🤖 </a:t>
            </a:r>
            <a:r>
              <a:rPr sz="1350" b="0">
                <a:solidFill>
                  <a:srgbClr val="B5AA99"/>
                </a:solidFill>
                <a:latin typeface="Calibri"/>
              </a:rPr>
              <a:t>⚠ Анхаар: шинэ хувилбарт CACHE нэрийг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86C232"/>
                </a:solidFill>
                <a:latin typeface="Calibri"/>
              </a:rPr>
              <a:t>"mongol-yaria-v1" → "v2" болго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8B465"/>
                </a:solidFill>
                <a:latin typeface="Calibri"/>
              </a:rPr>
              <a:t>🔑 Дуудах түлхүүр үгс:  </a:t>
            </a:r>
            <a:r>
              <a:rPr sz="1250" b="0">
                <a:solidFill>
                  <a:srgbClr val="B5AA99"/>
                </a:solidFill>
                <a:latin typeface="Calibri"/>
              </a:rPr>
              <a:t>“PWA”, “install”, “суулгах боломжгүй”, “офлайн ажиллахгүй”, “manifest”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E8B465"/>
                </a:solidFill>
                <a:latin typeface="Calibri"/>
              </a:rPr>
              <a:t>/release-notes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530352"/>
            <a:ext cx="2377440" cy="384048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250" b="1">
                <a:solidFill>
                  <a:srgbClr val="1A1612"/>
                </a:solidFill>
              </a:rPr>
              <a:t>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Юу хийдэг:  </a:t>
            </a:r>
            <a:r>
              <a:rPr sz="1600" b="0">
                <a:solidFill>
                  <a:srgbClr val="B5AA99"/>
                </a:solidFill>
                <a:latin typeface="Calibri"/>
              </a:rPr>
              <a:t>git түүхээс хэрэглэгчид зориулсан, монгол хэлээр changelog автоматаар бичнэ.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989320" cy="4297680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8B465"/>
                </a:solidFill>
                <a:latin typeface="Calibri"/>
              </a:rPr>
              <a:t>📋 Алхамчилсан заавар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5486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1. </a:t>
            </a:r>
            <a:r>
              <a:rPr sz="1450" b="0">
                <a:solidFill>
                  <a:srgbClr val="F2ECE3"/>
                </a:solidFill>
                <a:latin typeface="Calibri"/>
              </a:rPr>
              <a:t>`/release-notes` гэж бич (хүсвэл хугацаа/tag нэм).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2. </a:t>
            </a:r>
            <a:r>
              <a:rPr sz="1450" b="0">
                <a:solidFill>
                  <a:srgbClr val="F2ECE3"/>
                </a:solidFill>
                <a:latin typeface="Calibri"/>
              </a:rPr>
              <a:t>Сүүлийн tag-аас хойших commit-уудыг уншина.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3. </a:t>
            </a:r>
            <a:r>
              <a:rPr sz="1450" b="0">
                <a:solidFill>
                  <a:srgbClr val="F2ECE3"/>
                </a:solidFill>
                <a:latin typeface="Calibri"/>
              </a:rPr>
              <a:t>Техникийн биш, ойлгомжтой хэлээр хөрвүүлнэ.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4. </a:t>
            </a:r>
            <a:r>
              <a:rPr sz="1450" b="0">
                <a:solidFill>
                  <a:srgbClr val="F2ECE3"/>
                </a:solidFill>
                <a:latin typeface="Calibri"/>
              </a:rPr>
              <a:t>Шинэ боломж / Засвар / Сайжруулалт-аар ангилна.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E8B465"/>
                </a:solidFill>
                <a:latin typeface="Calibri"/>
              </a:rPr>
              <a:t>5. </a:t>
            </a:r>
            <a:r>
              <a:rPr sz="1450" b="0">
                <a:solidFill>
                  <a:srgbClr val="F2ECE3"/>
                </a:solidFill>
                <a:latin typeface="Calibri"/>
              </a:rPr>
              <a:t>CHANGELOG.md-д нэмэхийг санал болгоно.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148840"/>
            <a:ext cx="4892040" cy="4297680"/>
          </a:xfrm>
          <a:prstGeom prst="round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33172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86C232"/>
                </a:solidFill>
                <a:latin typeface="Calibri"/>
              </a:rPr>
              <a:t>💬 Жишээ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880360"/>
            <a:ext cx="44805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6AB0D9"/>
                </a:solidFill>
                <a:latin typeface="Calibri"/>
              </a:rPr>
              <a:t>🗣 </a:t>
            </a:r>
            <a:r>
              <a:rPr sz="1400" b="1">
                <a:solidFill>
                  <a:srgbClr val="F2ECE3"/>
                </a:solidFill>
                <a:latin typeface="Calibri"/>
              </a:rPr>
              <a:t>/release-notes сүүлийн хувилбараас хойш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🤖 </a:t>
            </a:r>
            <a:r>
              <a:rPr sz="1350" b="0">
                <a:solidFill>
                  <a:srgbClr val="B5AA99"/>
                </a:solidFill>
                <a:latin typeface="Calibri"/>
              </a:rPr>
              <a:t>## v1.1 — 2026-06-08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86C232"/>
                </a:solidFill>
                <a:latin typeface="Calibri"/>
              </a:rPr>
              <a:t>🎤 Шинэ боломж: Япон орчуулга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86C232"/>
                </a:solidFill>
                <a:latin typeface="Calibri"/>
              </a:rPr>
              <a:t>🐛 Засвар: микрофон зогсох алдаа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🤖 </a:t>
            </a:r>
            <a:r>
              <a:rPr sz="1350" b="0">
                <a:solidFill>
                  <a:srgbClr val="B5AA99"/>
                </a:solidFill>
                <a:latin typeface="Calibri"/>
              </a:rPr>
              <a:t>CHANGELOG.md-д нэмэх үү?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8B465"/>
                </a:solidFill>
                <a:latin typeface="Calibri"/>
              </a:rPr>
              <a:t>🔑 Дуудах түлхүүр үгс:  </a:t>
            </a:r>
            <a:r>
              <a:rPr sz="1250" b="0">
                <a:solidFill>
                  <a:srgbClr val="B5AA99"/>
                </a:solidFill>
                <a:latin typeface="Calibri"/>
              </a:rPr>
              <a:t>“release notes”, “changelog”, “хувилбарын тэмдэглэл”, “юу өөрчлөгдсөн”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ECE3"/>
                </a:solidFill>
                <a:latin typeface="Calibri"/>
              </a:rPr>
              <a:t>Хураангуй — түргэн лавлах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5AA99"/>
                </a:solidFill>
                <a:latin typeface="Calibri"/>
              </a:rPr>
              <a:t>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4173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5AA99"/>
                </a:solidFill>
                <a:latin typeface="Calibri"/>
              </a:rPr>
              <a:t>Хэзээ ашиглах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41732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5AA99"/>
                </a:solidFill>
                <a:latin typeface="Calibri"/>
              </a:rPr>
              <a:t>Жишээ дуудлага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10515600" cy="841248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91440" cy="841248"/>
          </a:xfrm>
          <a:prstGeom prst="roundRect">
            <a:avLst/>
          </a:prstGeom>
          <a:solidFill>
            <a:srgbClr val="86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2140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86C232"/>
                </a:solidFill>
                <a:latin typeface="Calibri"/>
              </a:rPr>
              <a:t>/claude-code-tour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139696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Сурах / заах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39696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/claude-code-tour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98648"/>
            <a:ext cx="10515600" cy="841248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2898648"/>
            <a:ext cx="91440" cy="84124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99816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/deploy-helper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1181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Production-д гаргах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118104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“Netlify дээр deploy хийе”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77056"/>
            <a:ext cx="10515600" cy="841248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877056"/>
            <a:ext cx="91440" cy="841248"/>
          </a:xfrm>
          <a:prstGeom prst="roundRect">
            <a:avLst/>
          </a:prstGeom>
          <a:solidFill>
            <a:srgbClr val="6AB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078224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6AB0D9"/>
                </a:solidFill>
                <a:latin typeface="Calibri"/>
              </a:rPr>
              <a:t>/pwa-check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09651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Суулгах боломж батлах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096512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/pwa-check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55464"/>
            <a:ext cx="10515600" cy="841248"/>
          </a:xfrm>
          <a:prstGeom prst="roundRect">
            <a:avLst/>
          </a:prstGeom>
          <a:solidFill>
            <a:srgbClr val="26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855464"/>
            <a:ext cx="91440" cy="841248"/>
          </a:xfrm>
          <a:prstGeom prst="roundRect">
            <a:avLst/>
          </a:prstGeom>
          <a:solidFill>
            <a:srgbClr val="E8B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05663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B465"/>
                </a:solidFill>
                <a:latin typeface="Calibri"/>
              </a:rPr>
              <a:t>/release-notes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0749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ECE3"/>
                </a:solidFill>
                <a:latin typeface="Calibri"/>
              </a:rPr>
              <a:t>Хувилбар гаргах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507492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6C232"/>
                </a:solidFill>
                <a:latin typeface="Calibri"/>
              </a:rPr>
              <a:t>/release-notes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5AA99"/>
                </a:solidFill>
                <a:latin typeface="Calibri"/>
              </a:rPr>
              <a:t>Дэлгэрэнгүй: docs/README.md  ·  12 боломжийн танилцуулга: docs/claude-code-12-features.pptx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